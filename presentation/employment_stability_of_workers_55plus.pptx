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6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STABILITY OF WORKERS 55+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job stability and career-change outcomes shift with age - a data analysis using real, publicly published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251960"/>
            <a:ext cx="1188720" cy="32004"/>
          </a:xfrm>
          <a:prstGeom prst="rect">
            <a:avLst/>
          </a:prstGeom>
          <a:solidFill>
            <a:srgbClr val="6FAE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Dolečková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deck directed through iterative prompting, with the help of Claude (Anthropic)'s agentic coding.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2700000"/>
            <a:ext cx="10607040" cy="2700000"/>
          </a:xfrm>
          <a:prstGeom prst="roundRect">
            <a:avLst>
              <a:gd name="adj" fmla="val 4211"/>
            </a:avLst>
          </a:prstGeom>
          <a:solidFill>
            <a:srgbClr val="B8DCC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00000"/>
            <a:ext cx="9966960" cy="2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age is linked to greater job stability, focusing on the 55+ group</a:t>
            </a: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using U.S. data on job tenure (how long someone stays with the same employer, not academic tenure) by age and education</a:t>
            </a:r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comparison against the best available Czech data, though considerably less detailed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in this project is built directly from filtered survey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- does job tenure change with age?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→ 9.8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median tenure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tenure with an employer rises almost monotonically with age - from 2.7 years for 25–34 year-olds to 9.6–9.8 years for workers 55+.</a:t>
            </a:r>
            <a:endParaRPr lang="en-US" sz="1250" dirty="0"/>
          </a:p>
        </p:txBody>
      </p:sp>
      <p:pic>
        <p:nvPicPr>
          <p:cNvPr id="7" name="Image 0" descr="/sessions/funny-serene-euler/mnt/Fluktuace/project_A_fluktuace/visuals/01_median_tenure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7112" y="1325880"/>
            <a:ext cx="7398648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- is the pattern consistent over time?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blip: the age → tenure relationship is stable across 2014–2024, tracked every two years by the BLS Employee Tenure Summary.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2_tenure_trend_2014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033" y="1691640"/>
            <a:ext cx="7996886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- does education influence stability?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degree holders reach near-peak stability earlier than everyone else - a median of 9.2 years by age 45–54, already close to the 55–64 level (9.9). High-school and bachelor's-degree workers don't reach that level until 55–64.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3_tenure_by_education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784" y="1874520"/>
            <a:ext cx="7561385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- how does tenure length vary by age?</a:t>
            </a:r>
            <a:endParaRPr lang="en-US" sz="2600" dirty="0"/>
          </a:p>
        </p:txBody>
      </p:sp>
      <p:pic>
        <p:nvPicPr>
          <p:cNvPr id="3" name="Image 0" descr="/sessions/funny-serene-euler/mnt/Fluktuace/project_A_fluktuace/visuals/04_short_tenure_share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187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6228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workers 55–64 are in a job less than a year old, vs. 48% for 20–24 year-olds.</a:t>
            </a:r>
            <a:endParaRPr lang="en-US" sz="1250" dirty="0"/>
          </a:p>
        </p:txBody>
      </p:sp>
      <p:pic>
        <p:nvPicPr>
          <p:cNvPr id="5" name="Image 1" descr="/sessions/funny-serene-euler/mnt/Fluktuace/project_A_fluktuace/visuals/05_long_tenure_share_by_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31877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6480" y="506228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51% of workers 55–64 have been with their employer 10+ years.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same pattern appear in the Czech Republic (2025)?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202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employed 50–64 year-olds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with their employer 5+ years - vs. 62.1% for a derived 25–49 age group.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Eurostat's published age bands overlap; the 25–49 group was derived from published headcounts to make a fair, non-overlapping comparison. The duration bands also sum to slightly under 100% - the remainder is Eurostat's not-stated share.</a:t>
            </a:r>
            <a:endParaRPr lang="en-US" sz="1050" dirty="0"/>
          </a:p>
        </p:txBody>
      </p:sp>
      <p:pic>
        <p:nvPicPr>
          <p:cNvPr id="8" name="Image 0" descr="/sessions/funny-serene-euler/mnt/Fluktuace/project_A_fluktuace/visuals/07_cz_tenure_by_age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57701"/>
            <a:ext cx="7315200" cy="44169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Czech Republic - does job tenure differ by sex, as in the USA?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tenure differs by sex across every age group: men consistently show longer tenure than women, though the gap is largest at 25–49 and narrows from 50+ onward. No causal claim is made here - the data shows the pattern, not the reason.</a:t>
            </a:r>
            <a:endParaRPr lang="en-US" sz="1350" dirty="0"/>
          </a:p>
        </p:txBody>
      </p:sp>
      <p:pic>
        <p:nvPicPr>
          <p:cNvPr id="4" name="Image 0" descr="/sessions/funny-serene-euler/mnt/Fluktuace/project_A_fluktuace/visuals/08_cz_tenure_by_sex_age_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712" y="1828800"/>
            <a:ext cx="8183527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63677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median tenure rises almost monotonically with age - 2.7 years (25–34) to 9.6–9.8 years (55+) - and the trend is stable over 2014–2024.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73405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the same pattern holds for college-educated workers; education doesn't affect turnover nearly as much as age does.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83133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only 10% of workers 55–64 are in a job under a year old (vs. 48% for 20–24 year-olds); 51% have 10+ years of tenure.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928616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Czechia (2025, secondary comparison): 80.3% of employed 50–64 year-olds have 5+ years of tenure, vs. 62.1% for a derived 25–49 group - the same pattern as the U.S., though Eurostat data is far less granular.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6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be afraid to hire 55+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dataset in this analysis, employees 55+ show the longest tenure - hiring them is a bet on stability, not a risk.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188720" cy="32004"/>
          </a:xfrm>
          <a:prstGeom prst="rect">
            <a:avLst/>
          </a:prstGeom>
          <a:solidFill>
            <a:srgbClr val="6FAE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Dolečková · Data Analyst</a:t>
            </a:r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B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+420 734 163 164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20" name="Card BLS"/>
          <p:cNvSpPr/>
          <p:nvPr/>
        </p:nvSpPr>
        <p:spPr>
          <a:xfrm>
            <a:off x="548640" y="2400000"/>
            <a:ext cx="6298848" cy="2800000"/>
          </a:xfrm>
          <a:prstGeom prst="roundRect">
            <a:avLst>
              <a:gd name="adj" fmla="val 6000"/>
            </a:avLst>
          </a:prstGeom>
          <a:solidFill>
            <a:srgbClr val="B8DCC9"/>
          </a:solidFill>
          <a:ln/>
        </p:spPr>
      </p:sp>
      <p:sp>
        <p:nvSpPr>
          <p:cNvPr id="21" name="Card EU"/>
          <p:cNvSpPr/>
          <p:nvPr/>
        </p:nvSpPr>
        <p:spPr>
          <a:xfrm>
            <a:off x="7444128" y="2400000"/>
            <a:ext cx="4199232" cy="2800000"/>
          </a:xfrm>
          <a:prstGeom prst="roundRect">
            <a:avLst>
              <a:gd name="adj" fmla="val 6000"/>
            </a:avLst>
          </a:prstGeom>
          <a:solidFill>
            <a:srgbClr val="B8DCC9"/>
          </a:solidFill>
          <a:ln/>
        </p:spPr>
      </p:sp>
      <p:sp>
        <p:nvSpPr>
          <p:cNvPr id="4" name="Shape 2"/>
          <p:cNvSpPr/>
          <p:nvPr/>
        </p:nvSpPr>
        <p:spPr>
          <a:xfrm>
            <a:off x="3378024" y="2750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378024" y="2750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540080"/>
            <a:ext cx="629884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Bureau of Labor Statistics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8640" y="4020080"/>
            <a:ext cx="5498848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Font typeface="Arial" pitchFamily="34" charset="0"/>
              <a:buChar char="•"/>
            </a:pPr>
            <a:r>
              <a:rPr lang="en-US" sz="115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Tenure Summary (Jan 2024) - tenure by age, sex, education</a:t>
            </a:r>
          </a:p>
          <a:p>
            <a:pPr marL="228600" indent="-228600">
              <a:spcBef>
                <a:spcPts val="400"/>
              </a:spcBef>
              <a:buFont typeface="Arial" pitchFamily="34" charset="0"/>
              <a:buChar char="•"/>
            </a:pPr>
            <a:r>
              <a:rPr lang="en-US" sz="115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Daily (Oct 2024) - tenure length distribution by age (primary analysis)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23704" y="2750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223704" y="2750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44128" y="3540080"/>
            <a:ext cx="4199232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/ Czech Statistical Office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44128" y="4020080"/>
            <a:ext cx="339923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lfsa_egad - tenure data for Czechia, 2025 (secondary comparison, less granular)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- does tenure differ by sex among college graduates?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gender gap in tenure narrows at higher education levels: among bachelor's degree holders aged 55–64, men lead by 1.8 years (10.0 vs. 8.2); among master's degree holders the gap shrinks to 0.6 years (10.1 vs. 9.5), and disappears entirely at age 45–54 (9.2 vs. 9.2).</a:t>
            </a:r>
            <a:endParaRPr lang="en-US" sz="1350" dirty="0"/>
          </a:p>
        </p:txBody>
      </p:sp>
      <p:pic>
        <p:nvPicPr>
          <p:cNvPr id="4" name="Image 0" descr="visuals/03c_tenure_by_sex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772" y="1874520"/>
            <a:ext cx="10710456" cy="445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of Workers 55+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2026-07-14T14:17:54Z</dcterms:created>
  <dcterms:modified xsi:type="dcterms:W3CDTF">2026-07-14T14:17:54Z</dcterms:modified>
</cp:coreProperties>
</file>