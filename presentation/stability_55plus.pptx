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  <Relationship Id="rId17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6E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 OF EMPLOYEES 55+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3375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employer tenure and career-change outcomes shift with age — a data analysis using real, publicly published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251960"/>
            <a:ext cx="1188720" cy="32004"/>
          </a:xfrm>
          <a:prstGeom prst="rect">
            <a:avLst/>
          </a:prstGeom>
          <a:solidFill>
            <a:srgbClr val="6FAE8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 Dolečková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715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built with Claude (Anthropic) — data collection, code, chart generation, and presentation design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48640" y="2700000"/>
            <a:ext cx="10607040" cy="2200000"/>
          </a:xfrm>
          <a:prstGeom prst="roundRect">
            <a:avLst>
              <a:gd name="adj" fmla="val 4211"/>
            </a:avLst>
          </a:prstGeom>
          <a:solidFill>
            <a:srgbClr val="B8DCC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00000"/>
            <a:ext cx="9966960" cy="2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stability of employees aged 55+</a:t>
            </a:r>
          </a:p>
          <a:p>
            <a:pPr marL="285750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real data on employer tenure by age and education</a:t>
            </a:r>
          </a:p>
          <a:p>
            <a:pPr marL="285750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in this project is built directly from filtered survey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of Employees 55+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 — does job tenure change with age?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2C6E4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103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 → 9.6–9.8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median tenure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47472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tenure with an employer rises almost monotonically with age — from 2.7 years for 25–34 year-olds to 9.6–9.8 years for workers 55+.</a:t>
            </a:r>
            <a:endParaRPr lang="en-US" sz="1250" dirty="0"/>
          </a:p>
        </p:txBody>
      </p:sp>
      <p:pic>
        <p:nvPicPr>
          <p:cNvPr id="7" name="Image 0" descr="/sessions/funny-serene-euler/mnt/Fluktuace/project_A_fluktuace/visuals/01_median_tenure_by_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7112" y="1325880"/>
            <a:ext cx="7398648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of Employees 55+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 — is the pattern consistent over time?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one-off blip: the age → tenure relationship is stable across 2014–2024, tracked every two years by the BLS Employee Tenure Summary.</a:t>
            </a:r>
            <a:endParaRPr lang="en-US" sz="1350" dirty="0"/>
          </a:p>
        </p:txBody>
      </p:sp>
      <p:pic>
        <p:nvPicPr>
          <p:cNvPr id="4" name="Image 0" descr="/sessions/funny-serene-euler/mnt/Fluktuace/project_A_fluktuace/visuals/02_tenure_trend_2014_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6033" y="1691640"/>
            <a:ext cx="7996886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of Employees 55+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 — does education influence stability?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degree holders reach near-peak stability earlier than everyone else — a median of 9.2 years by age 45–54, already close to the 55–64 level (9.9). High-school and bachelor's-degree workers don't reach that level until 55–64.</a:t>
            </a:r>
            <a:endParaRPr lang="en-US" sz="1350" dirty="0"/>
          </a:p>
        </p:txBody>
      </p:sp>
      <p:pic>
        <p:nvPicPr>
          <p:cNvPr id="4" name="Image 0" descr="/sessions/funny-serene-euler/mnt/Fluktuace/project_A_fluktuace/visuals/03_tenure_by_education_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784" y="1874520"/>
            <a:ext cx="7561385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of Employees 55+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 — how does tenure length vary by age?</a:t>
            </a:r>
            <a:endParaRPr lang="en-US" sz="2600" dirty="0"/>
          </a:p>
        </p:txBody>
      </p:sp>
      <p:pic>
        <p:nvPicPr>
          <p:cNvPr id="3" name="Image 0" descr="/sessions/funny-serene-euler/mnt/Fluktuace/project_A_fluktuace/visuals/04_short_tenure_share_by_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486400" cy="31877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06228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10% of workers 55–64 are in a job less than a year old, vs. 48% for 20–24 year-olds.</a:t>
            </a:r>
            <a:endParaRPr lang="en-US" sz="1250" dirty="0"/>
          </a:p>
        </p:txBody>
      </p:sp>
      <p:pic>
        <p:nvPicPr>
          <p:cNvPr id="5" name="Image 1" descr="/sessions/funny-serene-euler/mnt/Fluktuace/project_A_fluktuace/visuals/05_long_tenure_share_by_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486400" cy="31877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26480" y="506228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Conversely, 51% of workers 55–64 have been with their employer 10+ years.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of Employees 55+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same pattern appear in the Czech Republic (2025)?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2C6E4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9202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80.3%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employed 50–64 year-olds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been with their employer 5+ years — vs. 62.1% for a derived 25–49 age group.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45262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B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Eurostat's published age bands overlap; the 25–49 group was derived from published headcounts to make a fair, non-overlapping comparison.</a:t>
            </a:r>
            <a:endParaRPr lang="en-US" sz="1050" dirty="0"/>
          </a:p>
        </p:txBody>
      </p:sp>
      <p:pic>
        <p:nvPicPr>
          <p:cNvPr id="8" name="Image 0" descr="/sessions/funny-serene-euler/mnt/Fluktuace/project_A_fluktuace/visuals/07_cz_tenure_by_age_2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57701"/>
            <a:ext cx="7315200" cy="44169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of Employees 55+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Czech Republic — does the gender gap narrow with age?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tenure between men and women is largest at 25–49 and narrows from 50+ onward. No causal claim is made here — the data shows the pattern, not the reason.</a:t>
            </a:r>
            <a:endParaRPr lang="en-US" sz="1350" dirty="0"/>
          </a:p>
        </p:txBody>
      </p:sp>
      <p:pic>
        <p:nvPicPr>
          <p:cNvPr id="4" name="Image 0" descr="/sessions/funny-serene-euler/mnt/Fluktuace/project_A_fluktuace/visuals/08_cz_tenure_by_sex_age_2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712" y="1828800"/>
            <a:ext cx="8183527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of Employees 55+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636776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median tenure rises almost monotonically with age — 2.7 years (25–34) to 9.6–9.8 years (55+) — and the trend is stable over 2014–2024.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734056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the same pattern holds for college-educated workers; education doesn't affect turnover nearly as much as age does.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831336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only 10% of workers 55–64 are in a job under a year old (vs. 48% for 20–24 year-olds); 51% have 10+ years of tenure.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928616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Czechia (2025): 80.3% of employed 50–64 year-olds have 5+ years of tenure, vs. 62.1% for a derived 25–49 group — the same pattern seen in the U.S.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of Employees 55+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6E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be afraid to hire 55+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dataset in this analysis, employees 55+ show the longest tenure — hiring them is a bet on stability, not a risk.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188720" cy="32004"/>
          </a:xfrm>
          <a:prstGeom prst="rect">
            <a:avLst/>
          </a:prstGeom>
          <a:solidFill>
            <a:srgbClr val="6FAE8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 Dolečková · Data Analyst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direction · data source selection · review &amp; interpretation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 AI assistant)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303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· code · chart generation · presentation design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20" name="Card BLS"/>
          <p:cNvSpPr/>
          <p:nvPr/>
        </p:nvSpPr>
        <p:spPr>
          <a:xfrm>
            <a:off x="548640" y="2400000"/>
            <a:ext cx="5249040" cy="2800000"/>
          </a:xfrm>
          <a:prstGeom prst="roundRect">
            <a:avLst>
              <a:gd name="adj" fmla="val 6000"/>
            </a:avLst>
          </a:prstGeom>
          <a:solidFill>
            <a:srgbClr val="B8DCC9"/>
          </a:solidFill>
          <a:ln/>
        </p:spPr>
      </p:sp>
      <p:sp>
        <p:nvSpPr>
          <p:cNvPr id="21" name="Card EU"/>
          <p:cNvSpPr/>
          <p:nvPr/>
        </p:nvSpPr>
        <p:spPr>
          <a:xfrm>
            <a:off x="6394320" y="2400000"/>
            <a:ext cx="5249040" cy="2800000"/>
          </a:xfrm>
          <a:prstGeom prst="roundRect">
            <a:avLst>
              <a:gd name="adj" fmla="val 6000"/>
            </a:avLst>
          </a:prstGeom>
          <a:solidFill>
            <a:srgbClr val="B8DCC9"/>
          </a:solidFill>
          <a:ln/>
        </p:spPr>
      </p:sp>
      <p:sp>
        <p:nvSpPr>
          <p:cNvPr id="4" name="Shape 2"/>
          <p:cNvSpPr/>
          <p:nvPr/>
        </p:nvSpPr>
        <p:spPr>
          <a:xfrm>
            <a:off x="2853120" y="2750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853120" y="2750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540080"/>
            <a:ext cx="524904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Bureau of Labor Statistics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8640" y="4020080"/>
            <a:ext cx="444904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Tenure Summary, Jan 2024 — tenure by age, sex, education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98800" y="2750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98800" y="2750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94320" y="3540080"/>
            <a:ext cx="524904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/ Czech Statistical Office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94320" y="4020080"/>
            <a:ext cx="444904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lfsa_egad — tenure data for Czechia, 2025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of Employees 55+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2026-07-14T14:17:54Z</dcterms:created>
  <dcterms:modified xsi:type="dcterms:W3CDTF">2026-07-14T14:17:54Z</dcterms:modified>
</cp:coreProperties>
</file>